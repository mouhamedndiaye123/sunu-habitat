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SUNU HABITAT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Plateforme Sénégalaise de Location Immobilière</a:t>
            </a:r>
          </a:p>
          <a:p>
            <a:r>
              <a:t>Projet de Mémoire</a:t>
            </a:r>
          </a:p>
          <a:p>
            <a:r>
              <a:t>Présenté par : Mouhamed NDIAYE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Digitalisation du secteur immobilier au Sénégal</a:t>
            </a:r>
          </a:p>
          <a:p>
            <a:pPr lvl="1"/>
            <a:r>
              <a:t>Plateforme web moderne et centralisée</a:t>
            </a:r>
          </a:p>
          <a:p>
            <a:pPr lvl="1"/>
            <a:r>
              <a:t>Solution innovante pour propriétaires et locataires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Difficulté de mise en relation rapide</a:t>
            </a:r>
          </a:p>
          <a:p>
            <a:pPr lvl="1"/>
            <a:r>
              <a:t>Manque de gestion centralisée</a:t>
            </a:r>
          </a:p>
          <a:p>
            <a:pPr lvl="1"/>
            <a:r>
              <a:t>Absence de plateforme immobilière locale optimisée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Développer une application web immobilière</a:t>
            </a:r>
          </a:p>
          <a:p>
            <a:pPr lvl="1"/>
            <a:r>
              <a:t>Permettre la publication et la recherche de biens</a:t>
            </a:r>
          </a:p>
          <a:p>
            <a:pPr lvl="1"/>
            <a:r>
              <a:t>Mettre en place un système sécurisé de réservation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Backend : Python (Django)</a:t>
            </a:r>
          </a:p>
          <a:p>
            <a:pPr lvl="1"/>
            <a:r>
              <a:t>Frontend : AngularJS</a:t>
            </a:r>
          </a:p>
          <a:p>
            <a:pPr lvl="1"/>
            <a:r>
              <a:t>Base de données : SQLite / MySQL</a:t>
            </a:r>
          </a:p>
          <a:p>
            <a:pPr lvl="1"/>
            <a:r>
              <a:t>Architecture REST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Frontend AngularJS</a:t>
            </a:r>
          </a:p>
          <a:p>
            <a:pPr lvl="1"/>
            <a:r>
              <a:t>API REST Django</a:t>
            </a:r>
          </a:p>
          <a:p>
            <a:pPr lvl="1"/>
            <a:r>
              <a:t>Base de données relationnelle</a:t>
            </a:r>
          </a:p>
          <a:p>
            <a:pPr lvl="1"/>
            <a:r>
              <a:t>Communication via HTTP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Acteurs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Propriétaire : Publier et gérer les maisons</a:t>
            </a:r>
          </a:p>
          <a:p>
            <a:pPr lvl="1"/>
            <a:r>
              <a:t>Client : Rechercher et réserver</a:t>
            </a:r>
          </a:p>
          <a:p>
            <a:pPr lvl="1"/>
            <a:r>
              <a:t>Administrateur : Superviser la plateforme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Authentification des utilisateurs</a:t>
            </a:r>
          </a:p>
          <a:p>
            <a:pPr lvl="1"/>
            <a:r>
              <a:t>CRUD des maisons</a:t>
            </a:r>
          </a:p>
          <a:p>
            <a:pPr lvl="1"/>
            <a:r>
              <a:t>Recherche dynamique</a:t>
            </a:r>
          </a:p>
          <a:p>
            <a:pPr lvl="1"/>
            <a:r>
              <a:t>Gestion des réservations</a:t>
            </a:r>
          </a:p>
          <a:p>
            <a:pPr lvl="1"/>
            <a:r>
              <a:t>Tableau de bord administrateur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User (Admin, Owner, Client)</a:t>
            </a:r>
          </a:p>
          <a:p>
            <a:pPr lvl="1"/>
            <a:r>
              <a:t>House (Titre, Prix, Localité, Image...)</a:t>
            </a:r>
          </a:p>
          <a:p>
            <a:pPr lvl="1"/>
            <a:r>
              <a:t>Reservation (Client, Maison, Statut)</a:t>
            </a:r>
          </a:p>
          <a:p>
            <a:pPr lvl="1"/>
            <a:r>
              <a:t>Relations entre les entités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Identité &amp; Vision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Sunu = 'Notre' en wolof (identité sénégalaise forte)</a:t>
            </a:r>
          </a:p>
          <a:p>
            <a:pPr lvl="1"/>
            <a:r>
              <a:t>Habitat = Logement et cadre de vie</a:t>
            </a:r>
          </a:p>
          <a:p>
            <a:pPr lvl="1"/>
            <a:r>
              <a:t>Vision : Digitaliser le secteur immobilier au Sénégal</a:t>
            </a:r>
          </a:p>
          <a:p>
            <a:pPr lvl="1"/>
            <a:r>
              <a:t>Mission : Connecter propriétaires et locataires efficacement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Perspectives 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Paiement en ligne</a:t>
            </a:r>
          </a:p>
          <a:p>
            <a:pPr lvl="1"/>
            <a:r>
              <a:t>Système de notation</a:t>
            </a:r>
          </a:p>
          <a:p>
            <a:pPr lvl="1"/>
            <a:r>
              <a:t>Carte interactive</a:t>
            </a:r>
          </a:p>
          <a:p>
            <a:pPr lvl="1"/>
            <a:r>
              <a:t>Application mobile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Solution innovante et évolutive</a:t>
            </a:r>
          </a:p>
          <a:p>
            <a:pPr lvl="1"/>
            <a:r>
              <a:t>Contribution à la digitalisation du secteur immobilier</a:t>
            </a:r>
          </a:p>
          <a:p>
            <a:pPr lvl="1"/>
            <a:r>
              <a:t>Plateforme nationale adaptée au contexte sénégalais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